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dirty="0"/>
              <a:t>Bấm để chỉnh sửa kiểu tiêu đề phụ của Bản cái</a:t>
            </a:r>
            <a:endParaRPr lang="vi-VN" dirty="0"/>
          </a:p>
        </p:txBody>
      </p:sp>
      <p:sp>
        <p:nvSpPr>
          <p:cNvPr id="16" name="Chỗ dành sẵn cho Ngày tháng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17" name="Chỗ dành sẵn cho Chân trang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18" name="Chỗ dành sẵn cho Số hiệu Bản chiếu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vi-VN" dirty="0"/>
              <a:t>Bấm để chỉnh sửa tiêu đề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smtClean="0"/>
              <a:t>Bấm để chỉnh sửa văn bản</a:t>
            </a:r>
            <a:endParaRPr lang="vi-VN"/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Hình ảnh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vi-VN" smtClean="0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vi-VN" smtClean="0"/>
            </a:fld>
            <a:endParaRPr lang="vi-VN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vi-VN" smtClean="0"/>
            </a:fld>
            <a:endParaRPr lang="vi-VN"/>
          </a:p>
        </p:txBody>
      </p:sp>
      <p:sp>
        <p:nvSpPr>
          <p:cNvPr id="9" name="Tiêu đề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vi-VN"/>
              <a:t>Bấm để sửa kiểu tiêu đề Bản cái</a:t>
            </a:r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7" name="Chỗ dành sẵn cho Nội dung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ản chiếu cuố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7" name="Chỗ dành sẵn cho Văn bản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 dirty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3.png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0333355" y="5164455"/>
            <a:ext cx="3399155" cy="1472565"/>
          </a:xfrm>
        </p:spPr>
        <p:txBody>
          <a:bodyPr/>
          <a:p>
            <a:endParaRPr lang="vi-VN"/>
          </a:p>
        </p:txBody>
      </p:sp>
      <p:sp>
        <p:nvSpPr>
          <p:cNvPr id="2" name="Tiêu đề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68275" y="2623185"/>
            <a:ext cx="6896735" cy="1108710"/>
          </a:xfrm>
          <a:noFill/>
        </p:spPr>
        <p:txBody>
          <a:bodyPr>
            <a:normAutofit fontScale="90000"/>
          </a:bodyPr>
          <a:p>
            <a:pPr algn="l"/>
            <a:r>
              <a:rPr lang="vi-VN" sz="4445" b="1">
                <a:solidFill>
                  <a:schemeClr val="accent1">
                    <a:lumMod val="7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BÁO CÁO DOANH THU</a:t>
            </a:r>
            <a:br>
              <a:rPr lang="vi-VN" sz="4445" b="1">
                <a:solidFill>
                  <a:schemeClr val="accent1">
                    <a:lumMod val="7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</a:br>
            <a:r>
              <a:rPr lang="vi-VN" sz="3335" b="1">
                <a:solidFill>
                  <a:schemeClr val="accent1">
                    <a:lumMod val="7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THÁNG 05/</a:t>
            </a:r>
            <a:r>
              <a:rPr lang="vi-VN" sz="3335" b="1">
                <a:solidFill>
                  <a:schemeClr val="accent1">
                    <a:lumMod val="7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2024 </a:t>
            </a:r>
            <a:endParaRPr lang="vi-VN" sz="3335" b="1">
              <a:solidFill>
                <a:schemeClr val="accent1">
                  <a:lumMod val="75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7365" cy="11093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êu đề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vi-VN" altLang="en-US"/>
          </a:p>
        </p:txBody>
      </p:sp>
      <p:pic>
        <p:nvPicPr>
          <p:cNvPr id="4" name="Trình giữ chỗ nội dung 3" descr="Ảnh chụp màn hình 2026-10-26 194709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89990" y="1313815"/>
            <a:ext cx="9418320" cy="50895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êu đề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vi-VN" altLang="en-US"/>
          </a:p>
        </p:txBody>
      </p:sp>
      <p:pic>
        <p:nvPicPr>
          <p:cNvPr id="6" name="Hình ảnh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975" y="294005"/>
            <a:ext cx="8983980" cy="64198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Presentation</Application>
  <PresentationFormat>Màn hình rộng</PresentationFormat>
  <Paragraphs>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DOANH THU THÁNG 05/2024 </dc:title>
  <dc:creator>Dell</dc:creator>
  <cp:lastModifiedBy>Đức Long Trần</cp:lastModifiedBy>
  <cp:revision>1</cp:revision>
  <dcterms:created xsi:type="dcterms:W3CDTF">2026-10-26T13:21:11Z</dcterms:created>
  <dcterms:modified xsi:type="dcterms:W3CDTF">2026-10-26T13:21:11Z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1066-12.1.0.29162</vt:lpwstr>
  </property>
  <property fmtid="{D5CDD505-2E9C-101B-9397-08002B2CF9AE}" pid="3" name="ICV">
    <vt:lpwstr>A5531EC790704AA79DBF3DF9C4C47F37_11</vt:lpwstr>
  </property>
</Properties>
</file>